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914400"/>
            <a:ext cx="2377440" cy="2377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651760"/>
            <a:ext cx="1371600" cy="1371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675120" y="91440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JD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Job Description Analyzer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unstructured job posting to structured hiring report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 |  Groq  |  FastAPI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and Objective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40480" cy="3108960"/>
          </a:xfrm>
          <a:prstGeom prst="roundRect">
            <a:avLst>
              <a:gd name="adj" fmla="val 3529"/>
            </a:avLst>
          </a:prstGeom>
          <a:solidFill>
            <a:srgbClr val="FFF1F0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descriptions are long and unstructured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company uses a different format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 and requirements are hard to compare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840480" cy="3108960"/>
          </a:xfrm>
          <a:prstGeom prst="roundRect">
            <a:avLst>
              <a:gd name="adj" fmla="val 3529"/>
            </a:avLst>
          </a:prstGeom>
          <a:solidFill>
            <a:srgbClr val="D9F4F0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02920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201168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built on a 4-node LangGraph workflow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Extracts, classifies and analyses the job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structured hiring report in seconds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 Workflow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783080" cy="2194560"/>
          </a:xfrm>
          <a:prstGeom prst="roundRect">
            <a:avLst>
              <a:gd name="adj" fmla="val 6154"/>
            </a:avLst>
          </a:prstGeom>
          <a:solidFill>
            <a:srgbClr val="EEF0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88720" y="192024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004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company, experience, skills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2560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06040" y="1737360"/>
            <a:ext cx="1783080" cy="2194560"/>
          </a:xfrm>
          <a:prstGeom prst="roundRect">
            <a:avLst>
              <a:gd name="adj" fmla="val 6154"/>
            </a:avLst>
          </a:prstGeom>
          <a:solidFill>
            <a:srgbClr val="D9F4F0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9202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461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32004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employment type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2560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663440" y="1737360"/>
            <a:ext cx="1783080" cy="2194560"/>
          </a:xfrm>
          <a:prstGeom prst="roundRect">
            <a:avLst>
              <a:gd name="adj" fmla="val 6154"/>
            </a:avLst>
          </a:prstGeom>
          <a:solidFill>
            <a:srgbClr val="EEF0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3520" y="192024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32004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Technical, soft, top 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560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720840" y="1737360"/>
            <a:ext cx="1783080" cy="2194560"/>
          </a:xfrm>
          <a:prstGeom prst="roundRect">
            <a:avLst>
              <a:gd name="adj" fmla="val 6154"/>
            </a:avLst>
          </a:prstGeom>
          <a:solidFill>
            <a:srgbClr val="D9F4F0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60920" y="19202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609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32004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structured report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is passed from node to node. A conditional edge stops the graph if the text is not a job description.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Node Produces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EEF0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1: Extraction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title, company name (if available), required experience and required skills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D9F4F0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93776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2: Classification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9659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category (AI, Web, Data Science, Mobile) and employment type / work mode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FDF0DC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3154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3: Skill Analysis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6118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skills, soft skills and the top 3 most important skills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301752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EEF0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937760" y="3154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4: Hiring Report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6118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report with summary, ideal candidate and interview focus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965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68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606040" y="173736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06040" y="1965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468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+ REST API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663440" y="173736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965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468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4-node workflow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720840" y="173736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20840" y="1965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 LLM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2468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validates every node output, and failed model calls are retried automatically.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63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LangGraph nodes with shared state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39319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92040" y="160020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463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shown as colour-coded tags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39319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69748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560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 as JSON file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63440" y="2468880"/>
            <a:ext cx="39319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2040" y="26974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2560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pipeline progress with timings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39319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79476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3657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error and input handling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63440" y="3566160"/>
            <a:ext cx="39319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37947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920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532120" y="3657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dark mode, responsive UI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Output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40480" cy="3383280"/>
          </a:xfrm>
          <a:prstGeom prst="roundRect">
            <a:avLst>
              <a:gd name="adj" fmla="val 3243"/>
            </a:avLst>
          </a:prstGeom>
          <a:solidFill>
            <a:srgbClr val="EEF0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Technologies is hiring an AI Engineer. 2-4 years of experience. Required: Python, FastAPI, LangGraph and SQL. Full-time role with strong communication and teamwork.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8404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02920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Hiring report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Title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331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Technologies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788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years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3703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4160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4160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LangGraph, FastAPI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and Error Handling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35608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3258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Empty or short input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13258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message, request never reaches the model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804672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25856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1488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job description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21488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 flags it and the graph stops early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804672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081528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29718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Malformed model output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29718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mode, Pydantic validation, 2 retries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804672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90448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7947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API key / server down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389120" y="37947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error shown in the UI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0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job posts become structured hiring reports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0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keeps the workflow modular and testable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0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output, JSON export and a clean web UI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0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resume matching, file upload, history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9CA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Job Description Analyzer</dc:title>
  <dc:subject>PptxGenJS Presentation</dc:subject>
  <dc:creator>PptxGenJS</dc:creator>
  <cp:lastModifiedBy>PptxGenJS</cp:lastModifiedBy>
  <cp:revision>1</cp:revision>
  <dcterms:created xsi:type="dcterms:W3CDTF">2026-10-27T08:01:44Z</dcterms:created>
  <dcterms:modified xsi:type="dcterms:W3CDTF">2026-10-27T08:01:44Z</dcterms:modified>
</cp:coreProperties>
</file>